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CS231n TheEuropeanCameraoftheYear1983. Fei-Fei Li &amp;Justin Johnson &amp;Serena Yeung Lecture1-2 4/4/2017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@ 00:00:12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SlideSnap Lecture Slides</dc:title>
  <dc:subject/>
  <dc:creator>SlideSnap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